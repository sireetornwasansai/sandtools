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บันทึกผู้พูด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แผนงานประจำปี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ข้อแรก</a:t>
            </a:r>
          </a:p>
          <a:p>
            <a:r>
              <a:t>ข้อสอง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ตาราง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45720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85725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